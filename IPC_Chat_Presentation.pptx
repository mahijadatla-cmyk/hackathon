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e09fb523-4ed0-7eb1-cfac-8ed1fca1efd2}">
          <p14:sldIdLst>
            <p14:sldId id="256"/>
            <p14:sldId id="257"/>
            <p14:sldId id="258"/>
          </p14:sldIdLst>
        </p14:section>
        <p14:section name="Design" id="{c613a607-ed6f-6d19-f2d7-2c2a77487acf}">
          <p14:sldIdLst>
            <p14:sldId id="259"/>
            <p14:sldId id="260"/>
            <p14:sldId id="261"/>
          </p14:sldIdLst>
        </p14:section>
        <p14:section name="Demo" id="{72dc9f2a-d78f-5fe8-5309-6ce601a8068b}">
          <p14:sldIdLst>
            <p14:sldId id="262"/>
            <p14:sldId id="263"/>
          </p14:sldIdLst>
        </p14:section>
        <p14:section name="Results" id="{89960431-fa58-35f3-553d-344ffd0991f4}">
          <p14:sldIdLst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team and the problem statement.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05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DB7E8"/>
                </a:solidFill>
              </a:rPr>
              <a:t>OSSP HACKATHON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Inter-Process Chat Application Using IPC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6F8"/>
                </a:solidFill>
              </a:rPr>
              <a:t>Two independent processes. Two-way messaging. Three IPC mechanisms.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0233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B7E8"/>
                </a:solidFill>
              </a:rPr>
              <a:t>Team: ____________   Members: ____________________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Problem Statement &amp; Expected Outcome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828800"/>
          </a:xfrm>
          <a:prstGeom prst="rect">
            <a:avLst/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73152" cy="18288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</a:rPr>
              <a:t>Problem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72768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</a:rPr>
              <a:t>Develop a two-way communication application where independent processes exchange messages using IPC mechanisms.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1828800"/>
          </a:xfrm>
          <a:prstGeom prst="rect">
            <a:avLst/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97280"/>
            <a:ext cx="73152" cy="1828800"/>
          </a:xfrm>
          <a:prstGeom prst="rect">
            <a:avLst/>
          </a:prstGeom>
          <a:solidFill>
            <a:srgbClr val="00A38D"/>
          </a:solidFill>
          <a:ln w="12700">
            <a:solidFill>
              <a:srgbClr val="00A38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8348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</a:rPr>
              <a:t>Expected outcome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983480" y="1572768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</a:rPr>
              <a:t>Working prototype, source code, documentation, PPT and a live demonstration.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8229600" cy="1371600"/>
          </a:xfrm>
          <a:prstGeom prst="rect">
            <a:avLst/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108960"/>
            <a:ext cx="73152" cy="1371600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200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</a:rPr>
              <a:t>Our solution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584448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</a:rPr>
              <a:t>ipcchat: a terminal chat where User A and User B run as separate processes and talk through FIFO, message queue or shared memory.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Why IPC?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B1F3B"/>
                </a:solidFill>
              </a:rPr>
              <a:t>Processes have separate address spaces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B1F3B"/>
                </a:solidFill>
              </a:rPr>
              <a:t>The OS must provide channels for data exchange and synchronisation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B1F3B"/>
                </a:solidFill>
              </a:rPr>
              <a:t>We compare three kernel-supported mechanisms behind one chat interface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B1F3B"/>
                </a:solidFill>
              </a:rPr>
              <a:t>Same user experience, different OS concepts underneath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Three IPC Mechanisms Implemented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3291840"/>
          </a:xfrm>
          <a:prstGeom prst="rect">
            <a:avLst/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73152" cy="32918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188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</a:rPr>
              <a:t>Named Pipe (FIFO)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72768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</a:rPr>
              <a:t>Two FIFOs, one per direction.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</a:rPr>
              <a:t>mkfifo, open, read, write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</a:rPr>
              <a:t>Kernel blocks reader until data arrives.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46120" y="1097280"/>
            <a:ext cx="2651760" cy="3291840"/>
          </a:xfrm>
          <a:prstGeom prst="rect">
            <a:avLst/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46120" y="1097280"/>
            <a:ext cx="73152" cy="3291840"/>
          </a:xfrm>
          <a:prstGeom prst="rect">
            <a:avLst/>
          </a:prstGeom>
          <a:solidFill>
            <a:srgbClr val="00A38D"/>
          </a:solidFill>
          <a:ln w="12700">
            <a:solidFill>
              <a:srgbClr val="00A38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1188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</a:rPr>
              <a:t>Message Queue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572768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</a:rPr>
              <a:t>One System V queue.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</a:rPr>
              <a:t>mtype 1 = to A, 2 = to B.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</a:rPr>
              <a:t>msgget, msgsnd, msgrcv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</a:rPr>
              <a:t>Typed, discrete messages.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35040" y="1097280"/>
            <a:ext cx="2651760" cy="3291840"/>
          </a:xfrm>
          <a:prstGeom prst="rect">
            <a:avLst/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1097280"/>
            <a:ext cx="73152" cy="329184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1188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</a:rPr>
              <a:t>Shared Memory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1572768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</a:rPr>
              <a:t>Mailbox per user in mapped memory + full/empty semaphores.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</a:rPr>
              <a:t>shm_open, mmap, sem_wait, sem_post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</a:rPr>
              <a:t>Fastest; sync by hand.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Architecture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</a:rPr>
              <a:t>PROCESS 1: User 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577840" y="1005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</a:rPr>
              <a:t>PROCESS 2: User B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108960" cy="73152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371600"/>
            <a:ext cx="310896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Sender thread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(keyboard → send_msg)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3108960" cy="731520"/>
          </a:xfrm>
          <a:prstGeom prst="roundRect">
            <a:avLst>
              <a:gd name="adj" fmla="val 10000"/>
            </a:avLst>
          </a:prstGeom>
          <a:solidFill>
            <a:srgbClr val="00A38D"/>
          </a:solidFill>
          <a:ln w="12700">
            <a:solidFill>
              <a:srgbClr val="00A38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926080"/>
            <a:ext cx="310896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Receiver thread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(recv_msg → screen)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577840" y="1371600"/>
            <a:ext cx="3108960" cy="731520"/>
          </a:xfrm>
          <a:prstGeom prst="roundRect">
            <a:avLst>
              <a:gd name="adj" fmla="val 10000"/>
            </a:avLst>
          </a:prstGeom>
          <a:solidFill>
            <a:srgbClr val="00A38D"/>
          </a:solidFill>
          <a:ln w="12700">
            <a:solidFill>
              <a:srgbClr val="00A38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577840" y="1371600"/>
            <a:ext cx="310896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Receiver thread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(recv_msg → screen)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577840" y="2926080"/>
            <a:ext cx="3108960" cy="73152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577840" y="2926080"/>
            <a:ext cx="310896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Sender thread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(keyboard → send_msg)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11880" y="205740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11880" y="2057400"/>
            <a:ext cx="19202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IPC channel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FIFO / MsgQ / SHM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566160" y="1737360"/>
            <a:ext cx="2011680" cy="64008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577840" y="3291840"/>
            <a:ext cx="-2011680" cy="-68580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457200" y="3977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</a:rPr>
              <a:t>A transport layer (send_msg / recv_msg) hides the mechanism, so the chat logic is identical for all three modes.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Synchronisation: Producer-Consumer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</a:rPr>
              <a:t>Shared-memory mailbox protected by two semaphores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1737360"/>
          </a:xfrm>
          <a:prstGeom prst="rect">
            <a:avLst/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73152" cy="17373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54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</a:rPr>
              <a:t>Writer (sender)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38528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</a:rPr>
              <a:t>sem_wait(empty)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</a:rPr>
              <a:t>copy message into mailbox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</a:rPr>
              <a:t>sem_post(full)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3931920" cy="1737360"/>
          </a:xfrm>
          <a:prstGeom prst="rect">
            <a:avLst/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463040"/>
            <a:ext cx="73152" cy="1737360"/>
          </a:xfrm>
          <a:prstGeom prst="rect">
            <a:avLst/>
          </a:prstGeom>
          <a:solidFill>
            <a:srgbClr val="00A38D"/>
          </a:solidFill>
          <a:ln w="12700">
            <a:solidFill>
              <a:srgbClr val="00A38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83480" y="1554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</a:rPr>
              <a:t>Reader (receiver)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983480" y="1938528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</a:rPr>
              <a:t>sem_wait(full)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</a:rPr>
              <a:t>copy message out of mailbox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</a:rPr>
              <a:t>sem_post(empty)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F3B"/>
                </a:solidFill>
              </a:rPr>
              <a:t>Result: no overwritten messages, no reads of an empty slot, no race conditions.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Key Features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</a:rPr>
              <a:t>Full-duplex chat: receiver thread prints messages while you type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</a:rPr>
              <a:t>Time-stamped messages with sender name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</a:rPr>
              <a:t>Start order does not matter (FIFO opened O_RDWR)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</a:rPr>
              <a:t>/quit notifies the peer; Ctrl+C and Ctrl+D handled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</a:rPr>
              <a:t>Automatic clean-up of all IPC resources on exit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Live Demo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2103120"/>
          </a:xfrm>
          <a:prstGeom prst="rect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C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./ipcchat shm 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C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 IPC Chat | shm | User A ===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C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(A)&gt; hello 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C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[10:42:07] User B: hi A!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754880" y="1097280"/>
            <a:ext cx="3931920" cy="2103120"/>
          </a:xfrm>
          <a:prstGeom prst="rect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892040" y="118872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C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./ipcchat shm 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C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 IPC Chat | shm | User B ===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C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[10:42:06] User A: hello 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C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(B)&gt; hi A!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474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Demo order: </a:t>
            </a:r>
            <a:pPr indent="0" marL="0">
              <a:buNone/>
            </a:pPr>
            <a:r>
              <a:rPr lang="en-US" sz="1500" dirty="0">
                <a:solidFill>
                  <a:srgbClr val="1B1F3B"/>
                </a:solidFill>
              </a:rPr>
              <a:t>1) fifo  2) msgq  3) shm  4) /quit, then show ipcs / ls /dev/shm: nothing left behind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Testing &amp; Results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3474720"/>
                <a:gridCol w="1280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Test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Expected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A → B and B → A (all 3 modes)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Delivered with time stamp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Pass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Simultaneous typing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No blocking, no loss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Pass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Start B before A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Works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Pass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/quit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Peer notified and exits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Pass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After exit: ipcs, /tmp, /dev/shm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No leftovers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Pass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Comparison of Mechanisms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011680"/>
                <a:gridCol w="2103120"/>
                <a:gridCol w="21945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Aspect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FIFO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Message queue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Shared memory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</a:rPr>
                        <a:t>Data model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</a:rPr>
                        <a:t>Byte stream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</a:rPr>
                        <a:t>Typed messages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</a:rPr>
                        <a:t>Raw memory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</a:rPr>
                        <a:t>Speed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</a:rPr>
                        <a:t>Good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</a:rPr>
                        <a:t>Good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</a:rPr>
                        <a:t>Fastest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</a:rPr>
                        <a:t>Synchronisation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</a:rPr>
                        <a:t>Built in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</a:rPr>
                        <a:t>Built in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</a:rPr>
                        <a:t>Manual (semaphores)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</a:rPr>
                        <a:t>Complexity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</a:rPr>
                        <a:t>Low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</a:rPr>
                        <a:t>Medium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</a:rPr>
                        <a:t>High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Future Work &amp; Conclusion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200400"/>
          </a:xfrm>
          <a:prstGeom prst="rect">
            <a:avLst/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73152" cy="3200400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</a:rPr>
              <a:t>Future work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72768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</a:rPr>
              <a:t>Group chat via a server process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</a:rPr>
              <a:t>Message history logging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</a:rPr>
              <a:t>GUI front end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</a:rPr>
              <a:t>Socket back end for chat across machines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3200400"/>
          </a:xfrm>
          <a:prstGeom prst="rect">
            <a:avLst/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97280"/>
            <a:ext cx="73152" cy="32004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8348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</a:rPr>
              <a:t>Conclusion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983480" y="1572768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</a:rPr>
              <a:t>Two independent processes chat in both directions through OS IPC. One interface, three mechanisms, correct synchronisation and full clean-up.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560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CE6F8"/>
                </a:solidFill>
              </a:rPr>
              <a:t>Questions?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PCChat">
  <a:themeElements>
    <a:clrScheme name="IPCChat">
      <a:dk1>
        <a:srgbClr val="1B1F3B"/>
      </a:dk1>
      <a:lt1>
        <a:srgbClr val="FFFFFF"/>
      </a:lt1>
      <a:dk2>
        <a:srgbClr val="1F3864"/>
      </a:dk2>
      <a:lt2>
        <a:srgbClr val="EEF2FA"/>
      </a:lt2>
      <a:accent1>
        <a:srgbClr val="2E75B6"/>
      </a:accent1>
      <a:accent2>
        <a:srgbClr val="00A38D"/>
      </a:accent2>
      <a:accent3>
        <a:srgbClr val="F2994A"/>
      </a:accent3>
      <a:accent4>
        <a:srgbClr val="7B61FF"/>
      </a:accent4>
      <a:accent5>
        <a:srgbClr val="D64550"/>
      </a:accent5>
      <a:accent6>
        <a:srgbClr val="6B7280"/>
      </a:accent6>
      <a:hlink>
        <a:srgbClr val="2E75B6"/>
      </a:hlink>
      <a:folHlink>
        <a:srgbClr val="7B61FF"/>
      </a:folHlink>
    </a:clrScheme>
    <a:fontScheme name="IPCCha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2026-10-16T08:12:13Z</dcterms:created>
  <dcterms:modified xsi:type="dcterms:W3CDTF">2026-10-16T08:12:13Z</dcterms:modified>
</cp:coreProperties>
</file>